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Phân tích dữ liệu bệnh tiểu đường (Pima Indians)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Ứng dụng CRISP-DM trong phân tích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Bộ dữ liệu: Pima Indians Diabetes</a:t>
            </a:r>
          </a:p>
          <a:p>
            <a:r>
              <a:t>- 768 mẫu, 8 thuộc tính đầu vào + 1 nhãn (có/không bị tiểu đường)</a:t>
            </a:r>
          </a:p>
          <a:p>
            <a:r>
              <a:t>- Nguồn: UCI Machine Learning Repository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CRISP-DM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Hiểu biết bài toán (Business Understanding)</a:t>
            </a:r>
          </a:p>
          <a:p>
            <a:r>
              <a:t>2. Hiểu biết dữ liệu (Data Understanding)</a:t>
            </a:r>
          </a:p>
          <a:p>
            <a:r>
              <a:t>3. Chuẩn bị dữ liệu (Data Preparation)</a:t>
            </a:r>
          </a:p>
          <a:p>
            <a:r>
              <a:t>4. Mô hình hóa (Modeling)</a:t>
            </a:r>
          </a:p>
          <a:p>
            <a:r>
              <a:t>5. Đánh giá (Evaluation)</a:t>
            </a:r>
          </a:p>
          <a:p>
            <a:r>
              <a:t>6. Triển khai (Deployment)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dữ liệu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Kiểm tra giá trị thiếu, ngoại lai</a:t>
            </a:r>
          </a:p>
          <a:p>
            <a:r>
              <a:t>- Thống kê mô tả</a:t>
            </a:r>
          </a:p>
          <a:p>
            <a:r>
              <a:t>- Phân phối các đặc trưng</a:t>
            </a:r>
          </a:p>
          <a:p>
            <a:r>
              <a:t>- Tỷ lệ mắc bệnh: ~35%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 hình hóa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Thuật toán thử nghiệm: Logistic Regression, Decision Tree</a:t>
            </a:r>
          </a:p>
          <a:p>
            <a:r>
              <a:t>- Độ chính xác trung bình: ~74%</a:t>
            </a:r>
          </a:p>
          <a:p>
            <a:r>
              <a:t>- Logistic Regression cho kết quả ổn định hơn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Bộ dữ liệu có tính mất cân bằng nhẹ</a:t>
            </a:r>
          </a:p>
          <a:p>
            <a:r>
              <a:t>- Logistic Regression phù hợp hơn Decision Tree</a:t>
            </a:r>
          </a:p>
          <a:p>
            <a:r>
              <a:t>- Cần thêm các kỹ thuật nâng cao để cải thiện độ chính xác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